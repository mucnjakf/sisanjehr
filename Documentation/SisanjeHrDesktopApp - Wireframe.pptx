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94" r:id="rId3"/>
    <p:sldId id="293" r:id="rId4"/>
    <p:sldId id="273" r:id="rId5"/>
    <p:sldId id="274" r:id="rId6"/>
    <p:sldId id="275" r:id="rId7"/>
    <p:sldId id="282" r:id="rId8"/>
    <p:sldId id="284" r:id="rId9"/>
    <p:sldId id="281" r:id="rId10"/>
    <p:sldId id="280" r:id="rId11"/>
    <p:sldId id="279" r:id="rId12"/>
    <p:sldId id="295" r:id="rId13"/>
    <p:sldId id="283" r:id="rId14"/>
    <p:sldId id="277" r:id="rId15"/>
    <p:sldId id="278" r:id="rId16"/>
    <p:sldId id="276" r:id="rId17"/>
    <p:sldId id="268" r:id="rId18"/>
    <p:sldId id="269" r:id="rId19"/>
    <p:sldId id="256" r:id="rId20"/>
    <p:sldId id="272" r:id="rId21"/>
    <p:sldId id="257" r:id="rId22"/>
    <p:sldId id="270" r:id="rId23"/>
    <p:sldId id="261" r:id="rId24"/>
    <p:sldId id="260" r:id="rId25"/>
    <p:sldId id="259" r:id="rId26"/>
    <p:sldId id="265" r:id="rId27"/>
    <p:sldId id="297" r:id="rId28"/>
    <p:sldId id="258" r:id="rId29"/>
    <p:sldId id="300" r:id="rId30"/>
    <p:sldId id="301" r:id="rId31"/>
    <p:sldId id="299" r:id="rId32"/>
    <p:sldId id="298" r:id="rId33"/>
    <p:sldId id="271" r:id="rId34"/>
    <p:sldId id="264" r:id="rId35"/>
    <p:sldId id="263" r:id="rId36"/>
    <p:sldId id="262" r:id="rId37"/>
    <p:sldId id="285" r:id="rId38"/>
    <p:sldId id="286" r:id="rId39"/>
    <p:sldId id="287" r:id="rId40"/>
    <p:sldId id="292" r:id="rId41"/>
    <p:sldId id="288" r:id="rId42"/>
    <p:sldId id="291" r:id="rId43"/>
    <p:sldId id="290" r:id="rId44"/>
    <p:sldId id="289" r:id="rId45"/>
    <p:sldId id="30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DCBC-F4F8-4A4A-9603-B905B9CEB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037AC-0EA3-43AB-B410-6D23CC596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F389D-9015-4E32-88C1-8E04DE0A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B43C-9424-4B95-8F08-690853DB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7F20F-1021-4864-AD2D-BDBFF0E2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594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D555-9890-45B1-830E-6B54CA22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EF8C9-9510-4119-B771-23813239F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D8DDB-D74C-40E3-A10A-0D6C9BB14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6447C-512A-46A2-924C-A069F509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F80F6-DDB7-446D-A89C-435980BE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54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1B85-3FB9-4A0A-BC0B-220EF781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41E4F-E34D-4AEF-BD46-2D9B7097E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806CB-33F5-4E54-97A4-B3C5C262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8ED4-B169-451D-99C8-B1014F89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05367-4507-43A7-B2F8-DBE61AC5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6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C0EE-C931-40F7-9743-E1773F09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8601-394F-41A3-9AF2-6E0FBC2F1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367BA-99F6-49C6-9F48-06E352072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4DA78-87E4-433D-BEC7-4BC73420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E8A0D-F2B4-4D7B-84D4-E4C29FCB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293D4-4745-4543-AFF2-1A7994DD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74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4DD3-EB5D-4C4C-A332-360586DB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A89A4-50A5-4C90-B202-13CA3F0C8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806AB-8960-4524-A563-2148F0C58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4D72E-9318-429D-9B7E-6FDBE3DD5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A56ED-23A7-40EF-B6F4-2E7A60366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43E5B-4660-4231-A6D9-BE7347ED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240375-BFC8-4161-9763-DC79BFBD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B4946A-BDFA-435A-8E43-56523AFD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33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9ADC-7C13-4455-95F8-A9C9524B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7E666-B835-47DB-9922-F7143252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EDAE9-1CF0-4F51-9E13-3D7B0042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361AB-4C68-4A71-8FB8-F1F76AB3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17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81037-4235-4575-80EB-C1FF4115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7B6CB2-0B8F-4126-A37E-860C16B4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42CBE-8E03-4327-8116-7A87FE73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048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94E3-F36C-4CFE-AB64-F124645A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B775-09B3-427E-A748-469216B7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CB7BA-9109-498A-A7D3-216E10C22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83B71-32EA-49CC-8E8E-D8FB98C8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60A6E-9C50-4302-A0EE-D6A6EFFD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DB355-D677-4272-B81E-F88AE826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325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56D1-28B8-4989-938B-4FF21C39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CC3185-3ABE-4B0A-A0A1-3D42F31E5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525B1-19DF-411A-A979-A87968787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AE37F-3840-4044-8E31-1777B5588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208BD-7599-4A4A-95BA-DD53E9E8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586CC-6627-4C86-8DB9-78937D88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7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8EF4-1ACB-467E-A04E-C6720913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2390B-2A46-453A-B563-48779E655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B8BE8-828B-4F91-9D7B-63B94808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D5190-A214-4A7B-B11F-37220FBCF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EE689-417C-43E7-9FE1-0A49B454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8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8B215-7386-47A3-A54D-6F451CCB8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AB5C3-100A-4BC4-B8DB-CDE9A605B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3F397-70A9-4A2C-A539-D304A25F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7F057-6F51-4EF6-9715-3A87CB17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79016-4899-4513-A2A9-736AB722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8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54C93-1C83-491E-8666-D03558AA1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14CA-B2C3-4FD4-B824-389134B55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0DD5C-6C71-43E0-8A1E-A10AFFCB8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5B227-31A7-4CF8-B55A-8C9AF224BE46}" type="datetimeFigureOut">
              <a:rPr lang="en-GB" smtClean="0"/>
              <a:t>03/04/2020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199AE-EA5A-4BC2-B692-46F1A030C0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2242F-572B-4E6E-8896-958F7F585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CFEDB-14E6-4049-8FC6-006DF38DA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89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WPF WIREFRAME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16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START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99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FCB7BCEC-5AEC-4C13-ACFB-AAEFB0932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099" y="1699110"/>
            <a:ext cx="6713802" cy="345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85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ADMIN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7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GENERAL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01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F8C16001-7E0B-4B1C-A38D-701350423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943" y="559821"/>
            <a:ext cx="6386113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08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2595BE0-2202-4EC3-BCD8-76F4F1BEF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60" y="514097"/>
            <a:ext cx="8070279" cy="58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OWNER MANAGEMENT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70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DF717DB-6404-49B0-8A88-F59718D89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92" y="277857"/>
            <a:ext cx="10554615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3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93E9EF02-D5A1-4F63-A382-F97868D9F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93" y="803682"/>
            <a:ext cx="10775614" cy="52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6BC68A9C-3BF3-4349-ACC6-B27E986B2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13" y="468373"/>
            <a:ext cx="10539373" cy="592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BB91F4F7-7F80-4EB2-8C50-27042DC40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480" y="845596"/>
            <a:ext cx="7613040" cy="51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9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REGISTERED USER MANAGEMENT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04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CEE4EBE-D0C2-4320-A593-E943F8CAD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17" y="315960"/>
            <a:ext cx="10905165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60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AFC7EBA9-C796-4B4C-9D8B-3F7CEDD06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52" y="662700"/>
            <a:ext cx="11248095" cy="553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43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EF7B28B-CFD7-4430-8124-C886BAA8C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47" y="475994"/>
            <a:ext cx="10440305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7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OWNER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139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GENERAL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855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1B177B6-88C2-49A7-8573-BBEA6C853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062" y="281667"/>
            <a:ext cx="5707875" cy="629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12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30393D7-2D1B-45DB-8DDF-A60D25AED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495" y="685562"/>
            <a:ext cx="6569009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92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E9837C79-63E4-4342-BD92-5248F81F8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121" y="719855"/>
            <a:ext cx="9205758" cy="54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77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HAIR SALON MANAGEMENT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343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BE58C1-82AF-4692-B1AC-1C1EE7F11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086" y="590304"/>
            <a:ext cx="9083827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23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5D97C8B-B9CD-427B-B46F-C956C6392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90" y="133064"/>
            <a:ext cx="11072820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45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0DA346D-4AB9-4C85-AC13-8F44DBEEA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05" y="0"/>
            <a:ext cx="9445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183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26D79703-31A4-45B0-9A7D-6CA46D637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685" y="1047543"/>
            <a:ext cx="6576630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25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6C7CB33-9591-4CC2-BD2A-3495EC7BA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119" y="445511"/>
            <a:ext cx="8321761" cy="59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4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45F59403-9641-4CA0-B408-35F580A5E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960" y="1325697"/>
            <a:ext cx="6226080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75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9E4EAFF-B50A-47C2-9FAD-5F8276D17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137" y="243564"/>
            <a:ext cx="8603726" cy="63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2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44B6A387-117A-43C4-89ED-64438DAB2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877" y="628407"/>
            <a:ext cx="7910245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51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0FECBABC-9940-4F8C-B169-253F9082F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033" y="399787"/>
            <a:ext cx="8237934" cy="605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057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C5065D5-B9C8-4029-9371-43E6280BC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445" y="643648"/>
            <a:ext cx="7491109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00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WORKER MANAGEMENT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269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39630CF-12BD-4F7C-B48B-51B494BAF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258" y="796062"/>
            <a:ext cx="8809483" cy="52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42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0B84A611-8B40-49FC-A0DA-3885C5029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327" y="1440007"/>
            <a:ext cx="8611346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325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E0B846E-31F5-49AF-A641-AEA955F71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61" y="1036112"/>
            <a:ext cx="8512278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942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WORKER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055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GENERAL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705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98FA1B5-5925-4692-9013-8149E22C6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820" y="1203767"/>
            <a:ext cx="5296359" cy="445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90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C13D-CCCC-4F4E-A5B0-9C530B855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MAIN MENU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0351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D17E5114-35A4-41AF-AE1F-2D8042FC5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95" y="186409"/>
            <a:ext cx="10036410" cy="64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857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4F5F8065-CE88-4E1E-B8FC-1F6A657F4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982" y="1066595"/>
            <a:ext cx="8718035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53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E07112D-43D9-45D0-88B2-62AB9543C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89" y="178788"/>
            <a:ext cx="8565622" cy="65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482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7450D0EB-8690-4C79-A7A3-69C2E5D08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068" y="201650"/>
            <a:ext cx="8359864" cy="64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36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F0BC61EE-9E8F-4BBB-9181-65B42D8C1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30" y="335012"/>
            <a:ext cx="6911939" cy="61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4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21</Words>
  <Application>Microsoft Office PowerPoint</Application>
  <PresentationFormat>Widescreen</PresentationFormat>
  <Paragraphs>13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WPF WIREFRAME</vt:lpstr>
      <vt:lpstr>START</vt:lpstr>
      <vt:lpstr>PowerPoint Presentation</vt:lpstr>
      <vt:lpstr>ADMIN</vt:lpstr>
      <vt:lpstr>GENERAL</vt:lpstr>
      <vt:lpstr>PowerPoint Presentation</vt:lpstr>
      <vt:lpstr>PowerPoint Presentation</vt:lpstr>
      <vt:lpstr>OWNER MANAGEMENT</vt:lpstr>
      <vt:lpstr>PowerPoint Presentation</vt:lpstr>
      <vt:lpstr>PowerPoint Presentation</vt:lpstr>
      <vt:lpstr>PowerPoint Presentation</vt:lpstr>
      <vt:lpstr>PowerPoint Presentation</vt:lpstr>
      <vt:lpstr>REGISTERED USER MANAGEMENT</vt:lpstr>
      <vt:lpstr>PowerPoint Presentation</vt:lpstr>
      <vt:lpstr>PowerPoint Presentation</vt:lpstr>
      <vt:lpstr>PowerPoint Presentation</vt:lpstr>
      <vt:lpstr>OWNER</vt:lpstr>
      <vt:lpstr>GENERAL</vt:lpstr>
      <vt:lpstr>PowerPoint Presentation</vt:lpstr>
      <vt:lpstr>PowerPoint Presentation</vt:lpstr>
      <vt:lpstr>PowerPoint Presentation</vt:lpstr>
      <vt:lpstr>HAIR SALON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WORKER MANAGEMENT</vt:lpstr>
      <vt:lpstr>PowerPoint Presentation</vt:lpstr>
      <vt:lpstr>PowerPoint Presentation</vt:lpstr>
      <vt:lpstr>PowerPoint Presentation</vt:lpstr>
      <vt:lpstr>WORKER</vt:lpstr>
      <vt:lpstr>GENERAL</vt:lpstr>
      <vt:lpstr>PowerPoint Presentation</vt:lpstr>
      <vt:lpstr>MAIN MENU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WPF WIREFRAME</dc:title>
  <dc:creator>Filip Mucnjak</dc:creator>
  <cp:lastModifiedBy>Filip Mucnjak</cp:lastModifiedBy>
  <cp:revision>9</cp:revision>
  <dcterms:created xsi:type="dcterms:W3CDTF">2020-03-26T12:25:49Z</dcterms:created>
  <dcterms:modified xsi:type="dcterms:W3CDTF">2020-04-03T21:20:00Z</dcterms:modified>
</cp:coreProperties>
</file>